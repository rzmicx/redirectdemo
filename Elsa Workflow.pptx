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2F4C8-2813-B026-A235-BF91A0B0E8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dirty="0"/>
              <a:t>Elsa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16C247-E593-6989-6821-C8F57AB518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Workflow Orchestration Framework Using Elsa Workflow</a:t>
            </a:r>
          </a:p>
          <a:p>
            <a:r>
              <a:rPr lang="en-US" b="1" i="1" dirty="0"/>
              <a:t>A Scalable Approach for Approval and Document Processing Automation</a:t>
            </a:r>
            <a:endParaRPr lang="en-US" b="1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20505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F747-40F1-FB24-C75A-8ABACE308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b="1" dirty="0"/>
              <a:t>Current Situation</a:t>
            </a:r>
            <a:endParaRPr lang="en-ID" dirty="0"/>
          </a:p>
        </p:txBody>
      </p:sp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AE648A36-A42F-E1D6-D1C7-158592C8AB2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268159586"/>
              </p:ext>
            </p:extLst>
          </p:nvPr>
        </p:nvGraphicFramePr>
        <p:xfrm>
          <a:off x="640080" y="2366963"/>
          <a:ext cx="10637520" cy="34519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074183">
                  <a:extLst>
                    <a:ext uri="{9D8B030D-6E8A-4147-A177-3AD203B41FA5}">
                      <a16:colId xmlns:a16="http://schemas.microsoft.com/office/drawing/2014/main" val="280639331"/>
                    </a:ext>
                  </a:extLst>
                </a:gridCol>
                <a:gridCol w="5563337">
                  <a:extLst>
                    <a:ext uri="{9D8B030D-6E8A-4147-A177-3AD203B41FA5}">
                      <a16:colId xmlns:a16="http://schemas.microsoft.com/office/drawing/2014/main" val="2175050406"/>
                    </a:ext>
                  </a:extLst>
                </a:gridCol>
              </a:tblGrid>
              <a:tr h="513222">
                <a:tc>
                  <a:txBody>
                    <a:bodyPr/>
                    <a:lstStyle/>
                    <a:p>
                      <a:r>
                        <a:rPr lang="en-ID" dirty="0" err="1"/>
                        <a:t>Kondisi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Saat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Ini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/>
                        <a:t>Dampak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554346"/>
                  </a:ext>
                </a:extLst>
              </a:tr>
              <a:tr h="513222">
                <a:tc>
                  <a:txBody>
                    <a:bodyPr/>
                    <a:lstStyle/>
                    <a:p>
                      <a:r>
                        <a:rPr lang="en-ID" dirty="0"/>
                        <a:t>Approval logic </a:t>
                      </a:r>
                      <a:r>
                        <a:rPr lang="en-ID" dirty="0" err="1"/>
                        <a:t>ditulis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langsung</a:t>
                      </a:r>
                      <a:r>
                        <a:rPr lang="en-ID" dirty="0"/>
                        <a:t> di </a:t>
                      </a:r>
                      <a:r>
                        <a:rPr lang="en-ID" dirty="0" err="1"/>
                        <a:t>aplikasi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Sulit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dipelihara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saat</a:t>
                      </a:r>
                      <a:r>
                        <a:rPr lang="en-ID" dirty="0"/>
                        <a:t> flow </a:t>
                      </a:r>
                      <a:r>
                        <a:rPr lang="en-ID" dirty="0" err="1"/>
                        <a:t>bertambah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2469959"/>
                  </a:ext>
                </a:extLst>
              </a:tr>
              <a:tr h="513222">
                <a:tc>
                  <a:txBody>
                    <a:bodyPr/>
                    <a:lstStyle/>
                    <a:p>
                      <a:r>
                        <a:rPr lang="fi-FI"/>
                        <a:t>Perubahan alur membutuhkan perubahan kode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Waktu development dan testing meningkat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452754"/>
                  </a:ext>
                </a:extLst>
              </a:tr>
              <a:tr h="513222">
                <a:tc>
                  <a:txBody>
                    <a:bodyPr/>
                    <a:lstStyle/>
                    <a:p>
                      <a:r>
                        <a:rPr lang="en-ID"/>
                        <a:t>Status proses tersebar di banyak fungsi/API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/>
                        <a:t>Sulit dimonitor dan ditelusuri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643269"/>
                  </a:ext>
                </a:extLst>
              </a:tr>
              <a:tr h="885835">
                <a:tc>
                  <a:txBody>
                    <a:bodyPr/>
                    <a:lstStyle/>
                    <a:p>
                      <a:r>
                        <a:rPr lang="en-US"/>
                        <a:t>Proses harus menunggu approval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Tidak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cocok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hanya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dengan</a:t>
                      </a:r>
                      <a:r>
                        <a:rPr lang="en-ID" dirty="0"/>
                        <a:t> proses request-response </a:t>
                      </a:r>
                      <a:r>
                        <a:rPr lang="en-ID" dirty="0" err="1"/>
                        <a:t>biasa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3092855"/>
                  </a:ext>
                </a:extLst>
              </a:tr>
              <a:tr h="513222">
                <a:tc>
                  <a:txBody>
                    <a:bodyPr/>
                    <a:lstStyle/>
                    <a:p>
                      <a:r>
                        <a:rPr lang="en-ID"/>
                        <a:t>Integrasi email, dokumen, approval bertambah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D" dirty="0" err="1"/>
                        <a:t>Aplikasi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menjadi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semakin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kompleks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91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85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C07AE-AA55-9679-28E7-006F3D96A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Introduction to Elsa Workflow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C495C86-FB26-9762-245C-4CA7CEB7A30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44723" y="2038391"/>
            <a:ext cx="10502554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Open-source workflow engine untuk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ekosistem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.NET.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Dapat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diintegrasikan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 aplikasi ASP.NET Core yang sudah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Mendukung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workflow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melalui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visual designer, C# code, dan JSON.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Mendukung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workflow yang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berhenti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sementara dan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dilanjutkan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kembali berdasarkan event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eksternal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Dapat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digunakan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sebagai embedded workflow engine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maupun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standalone workflow server. </a:t>
            </a:r>
          </a:p>
        </p:txBody>
      </p:sp>
    </p:spTree>
    <p:extLst>
      <p:ext uri="{BB962C8B-B14F-4D97-AF65-F5344CB8AC3E}">
        <p14:creationId xmlns:p14="http://schemas.microsoft.com/office/powerpoint/2010/main" val="3620437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2B0F-4F2A-5BB2-3364-A7F8A9B1F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Why Elsa?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A8198-B30F-B7C3-9EAC-CD034F86DD7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Bisa handle long-running workflow, trigger HTTP, variable, decision/if, custom activity, dan pause/resume lewat blocking activity/bookmark.</a:t>
            </a:r>
            <a:endParaRPr lang="en-ID" sz="3200" dirty="0"/>
          </a:p>
        </p:txBody>
      </p:sp>
    </p:spTree>
    <p:extLst>
      <p:ext uri="{BB962C8B-B14F-4D97-AF65-F5344CB8AC3E}">
        <p14:creationId xmlns:p14="http://schemas.microsoft.com/office/powerpoint/2010/main" val="3863320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C463-3741-A104-CD5E-9F087FB8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Pros &amp;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211B0-D5BA-EFDA-7000-4FA883C723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D" sz="2800" b="1" dirty="0"/>
              <a:t>Plus:</a:t>
            </a:r>
            <a:br>
              <a:rPr lang="en-ID" sz="2800" dirty="0"/>
            </a:br>
            <a:r>
              <a:rPr lang="en-ID" sz="2800" dirty="0" err="1"/>
              <a:t>fleksibel</a:t>
            </a:r>
            <a:r>
              <a:rPr lang="en-ID" sz="2800" dirty="0"/>
              <a:t>, visual, </a:t>
            </a:r>
            <a:r>
              <a:rPr lang="en-ID" sz="2800" dirty="0" err="1"/>
              <a:t>bisa</a:t>
            </a:r>
            <a:r>
              <a:rPr lang="en-ID" sz="2800" dirty="0"/>
              <a:t> pause/resume, </a:t>
            </a:r>
            <a:r>
              <a:rPr lang="en-ID" sz="2800" dirty="0" err="1"/>
              <a:t>mudah</a:t>
            </a:r>
            <a:r>
              <a:rPr lang="en-ID" sz="2800" dirty="0"/>
              <a:t> extend.</a:t>
            </a:r>
          </a:p>
          <a:p>
            <a:pPr marL="0" indent="0">
              <a:buNone/>
            </a:pPr>
            <a:br>
              <a:rPr lang="en-ID" sz="2800" dirty="0"/>
            </a:br>
            <a:r>
              <a:rPr lang="en-ID" sz="2800" b="1" dirty="0"/>
              <a:t>Minus:</a:t>
            </a:r>
            <a:br>
              <a:rPr lang="en-ID" sz="2800" dirty="0"/>
            </a:br>
            <a:r>
              <a:rPr lang="en-ID" sz="2800" dirty="0"/>
              <a:t>setup </a:t>
            </a:r>
            <a:r>
              <a:rPr lang="en-ID" sz="2800" dirty="0" err="1"/>
              <a:t>awal</a:t>
            </a:r>
            <a:r>
              <a:rPr lang="en-ID" sz="2800" dirty="0"/>
              <a:t> </a:t>
            </a:r>
            <a:r>
              <a:rPr lang="en-ID" sz="2800" dirty="0" err="1"/>
              <a:t>agak</a:t>
            </a:r>
            <a:r>
              <a:rPr lang="en-ID" sz="2800" dirty="0"/>
              <a:t> </a:t>
            </a:r>
            <a:r>
              <a:rPr lang="en-ID" sz="2800" dirty="0" err="1"/>
              <a:t>membingungkan</a:t>
            </a:r>
            <a:r>
              <a:rPr lang="en-ID" sz="2800" dirty="0"/>
              <a:t>, </a:t>
            </a:r>
            <a:r>
              <a:rPr lang="en-ID" sz="2800" dirty="0" err="1"/>
              <a:t>perlu</a:t>
            </a:r>
            <a:r>
              <a:rPr lang="en-ID" sz="2800" dirty="0"/>
              <a:t> </a:t>
            </a:r>
            <a:r>
              <a:rPr lang="en-ID" sz="2800" dirty="0" err="1"/>
              <a:t>paham</a:t>
            </a:r>
            <a:r>
              <a:rPr lang="en-ID" sz="2800" dirty="0"/>
              <a:t> instance/bookmark, security endpoint </a:t>
            </a:r>
            <a:r>
              <a:rPr lang="en-ID" sz="2800" dirty="0" err="1"/>
              <a:t>harus</a:t>
            </a:r>
            <a:r>
              <a:rPr lang="en-ID" sz="2800" dirty="0"/>
              <a:t> </a:t>
            </a:r>
            <a:r>
              <a:rPr lang="en-ID" sz="2800" dirty="0" err="1"/>
              <a:t>dijaga</a:t>
            </a:r>
            <a:r>
              <a:rPr lang="en-ID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658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ACEC-5C7B-1DCD-E9A4-8598E034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F60B6-9311-D10B-4DAB-905C8FA9A25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Elsa Workflow provides a structured approach</a:t>
            </a:r>
            <a:br>
              <a:rPr lang="en-US" dirty="0"/>
            </a:br>
            <a:r>
              <a:rPr lang="en-US" dirty="0"/>
              <a:t>for managing approval-based business processes</a:t>
            </a:r>
            <a:br>
              <a:rPr lang="en-US" dirty="0"/>
            </a:br>
            <a:r>
              <a:rPr lang="en-US" dirty="0"/>
              <a:t>within the .NET application ecosystem.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47629050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{C1502D3A-D9DE-4D80-9E83-727E78912AC7}TF62d0d592-7ac2-4846-a919-75806e8bead49553d537-f813ce055067</Template>
  <TotalTime>15</TotalTime>
  <Words>233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Tw Cen MT</vt:lpstr>
      <vt:lpstr>Droplet</vt:lpstr>
      <vt:lpstr>Elsa Workflow</vt:lpstr>
      <vt:lpstr>Current Situation</vt:lpstr>
      <vt:lpstr>Introduction to Elsa Workflow</vt:lpstr>
      <vt:lpstr>Why Elsa?</vt:lpstr>
      <vt:lpstr>Pros &amp; Cons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Elsa Workflow</dc:title>
  <dc:creator>michael martin</dc:creator>
  <cp:lastModifiedBy>michael martin</cp:lastModifiedBy>
  <cp:revision>1</cp:revision>
  <dcterms:created xsi:type="dcterms:W3CDTF">2026-05-26T12:27:37Z</dcterms:created>
  <dcterms:modified xsi:type="dcterms:W3CDTF">2026-05-26T12:43:05Z</dcterms:modified>
</cp:coreProperties>
</file>